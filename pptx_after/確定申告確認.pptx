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58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65A8C1-8DE9-285B-CC38-67C6EF092B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0E825E9-76A0-154B-5ACF-266EDDA41C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98BDEAA-B4C4-3259-7B8E-A64F2395E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705EC-F3D1-4DB3-914E-C5E0F5A2D82F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2036EB-965F-2751-4864-3E144687F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2A336ED-45A1-5A99-E407-57D054A8F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BE63-977E-492B-9C90-2D0EF4A216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2251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349FC7-1392-915F-F4B1-A325F74CB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F189359-60CD-551C-A631-A08172C9E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11B508A-CF30-C3F1-2120-1DCD6C2E4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705EC-F3D1-4DB3-914E-C5E0F5A2D82F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291B968-E435-899D-7113-851DC14AF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BFB7019-33EE-7545-2ACF-B79967D1D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BE63-977E-492B-9C90-2D0EF4A216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6904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5CCE63-8E43-D63C-FEAB-7608D0A93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E55298F-C718-0CD6-D5A7-835B460CD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FE62CEE-7FF5-CD4A-00FF-EF41B20AE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705EC-F3D1-4DB3-914E-C5E0F5A2D82F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C1EE6C2-41F8-690C-3894-C069911FA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89689F-D126-775C-690E-C50FA7BB3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BE63-977E-492B-9C90-2D0EF4A216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3569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7E8E6A-501F-2C8A-B9D6-607217FDE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7D47D36-F206-9328-C8B0-316F079F94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71B0D0C-4459-7599-740A-75E2752A53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E71EB00-0D81-6D15-0748-FDEBF60D2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705EC-F3D1-4DB3-914E-C5E0F5A2D82F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6E98CAF-DE7F-35A8-2B1B-49B071B29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851748B-F1F9-4978-2FCB-30A4820BA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BE63-977E-492B-9C90-2D0EF4A216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20613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701082-AE4B-874B-CD3D-98F5D65CB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45C00F6-1E60-FDF3-E6E8-E72BB890C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5D88701-0844-11C0-6676-1E8B083D6F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4810251-9742-C7C5-64A1-C52BE6A996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3012362-BE30-A4AB-78DB-8612D0CD94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14B32C2-6770-91D1-7AD3-520AF1E45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705EC-F3D1-4DB3-914E-C5E0F5A2D82F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CF14AD0-BCFE-850E-1FFE-FBE58ECFD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F0765177-81E9-FBAF-47BC-1F0C875BD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BE63-977E-492B-9C90-2D0EF4A216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2365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7C37C6-AE24-AF27-409B-5DE4DA3D1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33DC852-B032-E85A-347A-5A671160A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705EC-F3D1-4DB3-914E-C5E0F5A2D82F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046027-D748-A928-031F-818E70448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1238EDA-BD5F-2268-7022-4D6781CB7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BE63-977E-492B-9C90-2D0EF4A216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5794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1D99102-8A1A-935A-22B3-EFF5E77A9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705EC-F3D1-4DB3-914E-C5E0F5A2D82F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0F7B761-35A6-A6D2-86E4-238C989FE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5FBD684-E21D-CB82-0BF2-0AE1D283A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BE63-977E-492B-9C90-2D0EF4A216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2842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F295F2-4733-29FD-B31E-1804DFA93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E847F0-292C-25C6-A767-D36C455AF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2562B0B-EB84-7FFE-74E2-6F9E4E07EE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3DB381A-C7F9-FCEF-62E2-ED800A40A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705EC-F3D1-4DB3-914E-C5E0F5A2D82F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F02AE34-DBBD-9EA5-3B1F-52CFAB50F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AAF8C4C-88A4-B8BE-A4E7-5629174CF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BE63-977E-492B-9C90-2D0EF4A216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4600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AFFCC5-3BE0-18ED-AE85-32697E1B0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3DE4231-D352-75E0-CA6E-D6E257F7C6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232D309-B6A0-DAF9-4A0B-A6E8E3585C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C6DC508-2096-7813-647D-CBE83D758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705EC-F3D1-4DB3-914E-C5E0F5A2D82F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AEB61B3-0733-69FD-BD67-409A13EE9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0BE5812-3443-DB4A-8DBB-D7F257794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BE63-977E-492B-9C90-2D0EF4A216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451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670996-7E09-4010-11BD-364FF4BFE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1E089BE-F132-D605-F4C0-C711E4674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F27E5E-CCFA-2FFA-F17A-2B7B284BA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705EC-F3D1-4DB3-914E-C5E0F5A2D82F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44AFBAD-25A5-34A6-AF8F-FF3E146A4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4E5DD34-B1C2-E240-1F60-066A5AF30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BE63-977E-492B-9C90-2D0EF4A216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9764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732A1E6-6835-BF3C-29FE-A6100023C5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BC4521E-CBF4-0205-AADF-747D4EE7E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FD565A-EF42-CD39-B315-D7B8F97F1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8705EC-F3D1-4DB3-914E-C5E0F5A2D82F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F710033-A4FE-602E-F518-6C94534B3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78C8015-4064-6EB1-E0ED-23C3C5A8C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E2BE63-977E-492B-9C90-2D0EF4A216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1996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9E4A529-AFCD-171D-94B6-687F6BF39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175088C-DAF8-FAB1-39E9-CE0BA326A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CF9BA4-63CB-6619-9DE8-9585A5213E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8705EC-F3D1-4DB3-914E-C5E0F5A2D82F}" type="datetimeFigureOut">
              <a:rPr kumimoji="1" lang="ja-JP" altLang="en-US" smtClean="0"/>
              <a:t>2025/12/25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70CAF8-11E1-F1D0-F62E-396E5BDBDF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28EEB4-8ABF-18AE-2256-ABFA1D7F3D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E2BE63-977E-492B-9C90-2D0EF4A216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1671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 descr="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C85E9ADA-7FD8-35BC-A8F0-9E9EE53D39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2418" y="3846617"/>
            <a:ext cx="2733514" cy="1708446"/>
          </a:xfrm>
          <a:prstGeom prst="rect">
            <a:avLst/>
          </a:prstGeom>
        </p:spPr>
      </p:pic>
      <p:pic>
        <p:nvPicPr>
          <p:cNvPr id="11" name="図 10" descr="カレンダー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B5CF68F4-8AB8-6DA8-85BA-578E69F063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72" y="1993464"/>
            <a:ext cx="5467028" cy="3075203"/>
          </a:xfrm>
          <a:prstGeom prst="rect">
            <a:avLst/>
          </a:prstGeom>
        </p:spPr>
      </p:pic>
      <p:pic>
        <p:nvPicPr>
          <p:cNvPr id="13" name="図 12" descr="カレンダー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1F5914E0-E5E6-EF66-53BA-3A65E6E816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3148" y="424455"/>
            <a:ext cx="3288759" cy="2195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627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Haruka OHSHIMA</dc:creator>
  <cp:lastModifiedBy>Haruka OHSHIMA</cp:lastModifiedBy>
  <cp:revision>1</cp:revision>
  <dcterms:created xsi:type="dcterms:W3CDTF">2025-12-25T13:01:07Z</dcterms:created>
  <dcterms:modified xsi:type="dcterms:W3CDTF">2025-12-25T13:07:41Z</dcterms:modified>
</cp:coreProperties>
</file>